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eiryo UI"/>
              </a:rPr>
              <a:t>日本語のプレゼン資料</a:t>
            </a:r>
          </a:p>
          <a:p>
            <a:r>
              <a:rPr sz="1600">
                <a:latin typeface="Meiryo UI"/>
              </a:rPr>
              <a:t>検索とコピーを確認します。</a:t>
            </a:r>
          </a:p>
        </p:txBody>
      </p:sp>
      <p:pic>
        <p:nvPicPr>
          <p:cNvPr id="3" name="Picture 2" descr="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144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eiryo UI"/>
              </a:rPr>
              <a:t>English presentation</a:t>
            </a:r>
          </a:p>
          <a:p>
            <a:r>
              <a:rPr sz="1600">
                <a:latin typeface="Meiryo UI"/>
              </a:rPr>
              <a:t>PowerPoint slides become searchable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